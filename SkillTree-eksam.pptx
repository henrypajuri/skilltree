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8" r:id="rId10"/>
    <p:sldId id="267" r:id="rId11"/>
    <p:sldId id="269" r:id="rId12"/>
    <p:sldId id="265" r:id="rId13"/>
    <p:sldId id="266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9" d="100"/>
          <a:sy n="99" d="100"/>
        </p:scale>
        <p:origin x="108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23563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C7871-DE20-F414-9C1B-67B9FDD76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2E3A13-0E3F-76C0-8CEB-32F37A4E1D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B4E07-2AAF-7F77-F763-442EA26E1B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E4C7BE-129C-84C5-A006-5DC0E47533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1043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C3E3C-5C7C-7804-4200-E8FC0F7A2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00B90B-912E-8729-41C4-DE22E830C4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52FC50-EDDF-ACA8-14DE-8D8C3BFCC2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E45D66-BF56-E420-57F1-5B4CDC7591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9368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0"/>
            <a:ext cx="4873752" cy="6858000"/>
          </a:xfrm>
          <a:prstGeom prst="rect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80476" y="1783080"/>
            <a:ext cx="2743200" cy="3291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468880"/>
            <a:ext cx="6400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0" kern="0" spc="-200" dirty="0">
                <a:solidFill>
                  <a:srgbClr val="1A1A1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SkillTree</a:t>
            </a:r>
            <a:endParaRPr lang="en-US" sz="8800" dirty="0"/>
          </a:p>
        </p:txBody>
      </p:sp>
      <p:sp>
        <p:nvSpPr>
          <p:cNvPr id="5" name="Text 2"/>
          <p:cNvSpPr/>
          <p:nvPr/>
        </p:nvSpPr>
        <p:spPr>
          <a:xfrm>
            <a:off x="640080" y="36576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9B958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Iga ekspert oli kunagi algaja.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0080" y="58521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Henry Pajuri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6172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Kasutajaliidese esteetika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sp>
        <p:nvSpPr>
          <p:cNvPr id="3" name="Shape 1"/>
          <p:cNvSpPr/>
          <p:nvPr/>
        </p:nvSpPr>
        <p:spPr>
          <a:xfrm>
            <a:off x="365760" y="6446520"/>
            <a:ext cx="164592" cy="164592"/>
          </a:xfrm>
          <a:prstGeom prst="ellipse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sp>
        <p:nvSpPr>
          <p:cNvPr id="4" name="Text 2"/>
          <p:cNvSpPr/>
          <p:nvPr/>
        </p:nvSpPr>
        <p:spPr>
          <a:xfrm>
            <a:off x="594360" y="638251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C4A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SkillTree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155680" y="6382512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/ 11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2D4A3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100" dirty="0">
                <a:solidFill>
                  <a:srgbClr val="1A1A1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Idee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2011680"/>
            <a:ext cx="10515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spcAft>
                <a:spcPts val="1400"/>
              </a:spcAft>
              <a:buNone/>
            </a:pP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SkillTree on visuaalne oskuste päevik,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kus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oskusi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õppides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kasvab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koos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sinuga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puu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Iga harjutus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toidab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oksa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</a:p>
          <a:p>
            <a:pPr marL="0" indent="0">
              <a:lnSpc>
                <a:spcPct val="140000"/>
              </a:lnSpc>
              <a:spcAft>
                <a:spcPts val="1400"/>
              </a:spcAft>
              <a:buNone/>
            </a:pPr>
            <a:endParaRPr lang="en-US" sz="2200" dirty="0"/>
          </a:p>
          <a:p>
            <a:pPr marL="0" indent="0">
              <a:lnSpc>
                <a:spcPct val="140000"/>
              </a:lnSpc>
              <a:spcAft>
                <a:spcPts val="1400"/>
              </a:spcAft>
              <a:buNone/>
            </a:pP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Inspiratsiooniks olid mängude oskustepuud (Diablo, Path of Exile) ja Duolingo.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sp>
        <p:nvSpPr>
          <p:cNvPr id="3" name="Shape 1"/>
          <p:cNvSpPr/>
          <p:nvPr/>
        </p:nvSpPr>
        <p:spPr>
          <a:xfrm>
            <a:off x="365760" y="6446520"/>
            <a:ext cx="164592" cy="164592"/>
          </a:xfrm>
          <a:prstGeom prst="ellipse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sp>
        <p:nvSpPr>
          <p:cNvPr id="4" name="Text 2"/>
          <p:cNvSpPr/>
          <p:nvPr/>
        </p:nvSpPr>
        <p:spPr>
          <a:xfrm>
            <a:off x="594360" y="638251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C4A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SkillTree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155680" y="6382512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/ 11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2D4A3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100" dirty="0">
                <a:solidFill>
                  <a:srgbClr val="1A1A1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Sihtrühm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2011680"/>
            <a:ext cx="10515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Inimesed, kes tahavad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õppida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oskuseid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mis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võtavad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pikka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aega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et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neid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omandada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(kitarr, kokandus, joonistamine, jne)</a:t>
            </a:r>
            <a:endParaRPr lang="en-US" sz="2200" dirty="0"/>
          </a:p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Inimesed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kellele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meeldib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visuaalselt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näha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enda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arengut</a:t>
            </a:r>
            <a:endParaRPr lang="en-US" sz="2200" dirty="0"/>
          </a:p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Õppijad, keda traditsioonilised "streak"-pidamise äpid on heidutanud</a:t>
            </a:r>
            <a:endParaRPr lang="en-US" sz="2200" dirty="0"/>
          </a:p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Kõik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vanusegrupid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ennast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võib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arendada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igas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vanuses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sp>
        <p:nvSpPr>
          <p:cNvPr id="3" name="Shape 1"/>
          <p:cNvSpPr/>
          <p:nvPr/>
        </p:nvSpPr>
        <p:spPr>
          <a:xfrm>
            <a:off x="365760" y="6446520"/>
            <a:ext cx="164592" cy="164592"/>
          </a:xfrm>
          <a:prstGeom prst="ellipse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sp>
        <p:nvSpPr>
          <p:cNvPr id="4" name="Text 2"/>
          <p:cNvSpPr/>
          <p:nvPr/>
        </p:nvSpPr>
        <p:spPr>
          <a:xfrm>
            <a:off x="594360" y="638251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C4A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SkillTree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155680" y="6382512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/ 11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2D4A3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100" dirty="0">
                <a:solidFill>
                  <a:srgbClr val="1A1A1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Unikaalne väärtuspakkumine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2011680"/>
            <a:ext cx="10515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Botaaniline metafoor — oskused kasvavad puuna, mitte numbrina</a:t>
            </a:r>
            <a:endParaRPr lang="en-US" sz="2200" dirty="0"/>
          </a:p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Neli olekut: uinunud → oks → kasvab → õitseb</a:t>
            </a:r>
            <a:endParaRPr lang="en-US" sz="2200" dirty="0"/>
          </a:p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 ole "kaotamist" — vahele jäänud päev ei kustuta saavutusi</a:t>
            </a:r>
            <a:endParaRPr lang="en-US" sz="2200" dirty="0"/>
          </a:p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Soovituslikud õppematerjalid iga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oskuse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juures</a:t>
            </a:r>
            <a:endParaRPr lang="en-US" sz="2200" dirty="0"/>
          </a:p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Eesti ja inglise keel, harjutuspäevade soojuskaart, valikuline järjest pidamine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sp>
        <p:nvSpPr>
          <p:cNvPr id="3" name="Shape 1"/>
          <p:cNvSpPr/>
          <p:nvPr/>
        </p:nvSpPr>
        <p:spPr>
          <a:xfrm>
            <a:off x="365760" y="6446520"/>
            <a:ext cx="164592" cy="164592"/>
          </a:xfrm>
          <a:prstGeom prst="ellipse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sp>
        <p:nvSpPr>
          <p:cNvPr id="4" name="Text 2"/>
          <p:cNvSpPr/>
          <p:nvPr/>
        </p:nvSpPr>
        <p:spPr>
          <a:xfrm>
            <a:off x="594360" y="638251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C4A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SkillTree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155680" y="6382512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/ 11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2D4A3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100" dirty="0">
                <a:solidFill>
                  <a:srgbClr val="1A1A1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Praktiline protsess: värvipalett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822960" y="2011680"/>
            <a:ext cx="1280160" cy="1280160"/>
          </a:xfrm>
          <a:prstGeom prst="rect">
            <a:avLst/>
          </a:prstGeom>
          <a:solidFill>
            <a:srgbClr val="FAF6F0"/>
          </a:solidFill>
          <a:ln w="6350">
            <a:solidFill>
              <a:srgbClr val="C5BBAE"/>
            </a:solidFill>
            <a:prstDash val="solid"/>
          </a:ln>
        </p:spPr>
        <p:txBody>
          <a:bodyPr/>
          <a:lstStyle/>
          <a:p>
            <a:endParaRPr lang="en-150"/>
          </a:p>
        </p:txBody>
      </p:sp>
      <p:sp>
        <p:nvSpPr>
          <p:cNvPr id="9" name="Text 7"/>
          <p:cNvSpPr/>
          <p:nvPr/>
        </p:nvSpPr>
        <p:spPr>
          <a:xfrm>
            <a:off x="2240280" y="2057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1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Cream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240280" y="2468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#FAF6F0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240280" y="27889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taust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26280" y="2011680"/>
            <a:ext cx="1280160" cy="1280160"/>
          </a:xfrm>
          <a:prstGeom prst="rect">
            <a:avLst/>
          </a:prstGeom>
          <a:solidFill>
            <a:srgbClr val="F0E8DC"/>
          </a:solidFill>
          <a:ln w="6350">
            <a:solidFill>
              <a:srgbClr val="C5BBAE"/>
            </a:solidFill>
            <a:prstDash val="solid"/>
          </a:ln>
        </p:spPr>
        <p:txBody>
          <a:bodyPr/>
          <a:lstStyle/>
          <a:p>
            <a:endParaRPr lang="en-150"/>
          </a:p>
        </p:txBody>
      </p:sp>
      <p:sp>
        <p:nvSpPr>
          <p:cNvPr id="13" name="Text 11"/>
          <p:cNvSpPr/>
          <p:nvPr/>
        </p:nvSpPr>
        <p:spPr>
          <a:xfrm>
            <a:off x="5943600" y="2057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1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Parchment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943600" y="2468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#F0E8DC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0" y="27889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kaardid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0" y="2011680"/>
            <a:ext cx="1280160" cy="1280160"/>
          </a:xfrm>
          <a:prstGeom prst="rect">
            <a:avLst/>
          </a:prstGeom>
          <a:solidFill>
            <a:srgbClr val="2D4A3E"/>
          </a:solidFill>
          <a:ln w="6350">
            <a:solidFill>
              <a:srgbClr val="C5BBAE"/>
            </a:solidFill>
            <a:prstDash val="solid"/>
          </a:ln>
        </p:spPr>
        <p:txBody>
          <a:bodyPr/>
          <a:lstStyle/>
          <a:p>
            <a:endParaRPr lang="en-150"/>
          </a:p>
        </p:txBody>
      </p:sp>
      <p:sp>
        <p:nvSpPr>
          <p:cNvPr id="17" name="Text 15"/>
          <p:cNvSpPr/>
          <p:nvPr/>
        </p:nvSpPr>
        <p:spPr>
          <a:xfrm>
            <a:off x="9646920" y="2057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1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Forest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646920" y="2468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#2D4A3E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46920" y="27889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õitsenud, primaarne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2960" y="3794760"/>
            <a:ext cx="1280160" cy="1280160"/>
          </a:xfrm>
          <a:prstGeom prst="rect">
            <a:avLst/>
          </a:prstGeom>
          <a:solidFill>
            <a:srgbClr val="C8956C"/>
          </a:solidFill>
          <a:ln w="6350">
            <a:solidFill>
              <a:srgbClr val="C5BBAE"/>
            </a:solidFill>
            <a:prstDash val="solid"/>
          </a:ln>
        </p:spPr>
        <p:txBody>
          <a:bodyPr/>
          <a:lstStyle/>
          <a:p>
            <a:endParaRPr lang="en-150"/>
          </a:p>
        </p:txBody>
      </p:sp>
      <p:sp>
        <p:nvSpPr>
          <p:cNvPr id="21" name="Text 19"/>
          <p:cNvSpPr/>
          <p:nvPr/>
        </p:nvSpPr>
        <p:spPr>
          <a:xfrm>
            <a:off x="2240280" y="3840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1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Amber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2240280" y="4251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#C8956C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240280" y="45720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kasvab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26280" y="3794760"/>
            <a:ext cx="1280160" cy="1280160"/>
          </a:xfrm>
          <a:prstGeom prst="rect">
            <a:avLst/>
          </a:prstGeom>
          <a:solidFill>
            <a:srgbClr val="5C4A3A"/>
          </a:solidFill>
          <a:ln w="6350">
            <a:solidFill>
              <a:srgbClr val="C5BBAE"/>
            </a:solidFill>
            <a:prstDash val="solid"/>
          </a:ln>
        </p:spPr>
        <p:txBody>
          <a:bodyPr/>
          <a:lstStyle/>
          <a:p>
            <a:endParaRPr lang="en-150"/>
          </a:p>
        </p:txBody>
      </p:sp>
      <p:sp>
        <p:nvSpPr>
          <p:cNvPr id="25" name="Text 23"/>
          <p:cNvSpPr/>
          <p:nvPr/>
        </p:nvSpPr>
        <p:spPr>
          <a:xfrm>
            <a:off x="5943600" y="3840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1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Bark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943600" y="4251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#5C4A3A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943600" y="45720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tüvi, tekst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229600" y="3794760"/>
            <a:ext cx="1280160" cy="1280160"/>
          </a:xfrm>
          <a:prstGeom prst="rect">
            <a:avLst/>
          </a:prstGeom>
          <a:solidFill>
            <a:srgbClr val="8BA692"/>
          </a:solidFill>
          <a:ln w="6350">
            <a:solidFill>
              <a:srgbClr val="C5BBAE"/>
            </a:solidFill>
            <a:prstDash val="solid"/>
          </a:ln>
        </p:spPr>
        <p:txBody>
          <a:bodyPr/>
          <a:lstStyle/>
          <a:p>
            <a:endParaRPr lang="en-150"/>
          </a:p>
        </p:txBody>
      </p:sp>
      <p:sp>
        <p:nvSpPr>
          <p:cNvPr id="29" name="Text 27"/>
          <p:cNvSpPr/>
          <p:nvPr/>
        </p:nvSpPr>
        <p:spPr>
          <a:xfrm>
            <a:off x="9646920" y="3840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1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Sage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646920" y="4251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#8BA692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646920" y="45720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lehed, aktsendid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sp>
        <p:nvSpPr>
          <p:cNvPr id="3" name="Shape 1"/>
          <p:cNvSpPr/>
          <p:nvPr/>
        </p:nvSpPr>
        <p:spPr>
          <a:xfrm>
            <a:off x="365760" y="6446520"/>
            <a:ext cx="164592" cy="164592"/>
          </a:xfrm>
          <a:prstGeom prst="ellipse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sp>
        <p:nvSpPr>
          <p:cNvPr id="4" name="Text 2"/>
          <p:cNvSpPr/>
          <p:nvPr/>
        </p:nvSpPr>
        <p:spPr>
          <a:xfrm>
            <a:off x="594360" y="638251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C4A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SkillTree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155680" y="6382512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/ 11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2D4A3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100" dirty="0">
                <a:solidFill>
                  <a:srgbClr val="1A1A1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Praktiline protsess: fondid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20116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Playfair Display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dirty="0">
                <a:solidFill>
                  <a:srgbClr val="1A1A1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Plant a skill. Watch it bloom.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822960" y="35204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Pealkirjad, eyebrow-id, dekoratiivne tekst — soe, klassikaline serif, mis annab rakenduse "käsitsi tehtud päeviku" tunde.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42976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DM Sans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46177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A1A1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Logi harjutus. Kasvata oma puud.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822960" y="5349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Kogu sisu, nupud, sildid — selge ja loetav grotesk, mis hoiab UI-d kerge ja </a:t>
            </a:r>
            <a:r>
              <a:rPr lang="en-US" sz="1400" dirty="0" err="1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moodsana</a:t>
            </a:r>
            <a:r>
              <a:rPr lang="en-US" sz="14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sp>
        <p:nvSpPr>
          <p:cNvPr id="3" name="Shape 1"/>
          <p:cNvSpPr/>
          <p:nvPr/>
        </p:nvSpPr>
        <p:spPr>
          <a:xfrm>
            <a:off x="365760" y="6446520"/>
            <a:ext cx="164592" cy="164592"/>
          </a:xfrm>
          <a:prstGeom prst="ellipse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sp>
        <p:nvSpPr>
          <p:cNvPr id="4" name="Text 2"/>
          <p:cNvSpPr/>
          <p:nvPr/>
        </p:nvSpPr>
        <p:spPr>
          <a:xfrm>
            <a:off x="594360" y="638251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C4A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SkillTree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155680" y="6382512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/ 11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2D4A3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100" dirty="0">
                <a:solidFill>
                  <a:srgbClr val="1A1A1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Praktiline protsess: komponendid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2011680"/>
            <a:ext cx="10515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Maandumisleht — sissejuhatav ja kutsuv</a:t>
            </a:r>
            <a:endParaRPr lang="en-US" sz="1800" dirty="0"/>
          </a:p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Sisselogimine /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registreerimine</a:t>
            </a:r>
            <a:endParaRPr lang="en-US" dirty="0">
              <a:solidFill>
                <a:srgbClr val="5C4A3A"/>
              </a:solidFill>
              <a:latin typeface="DM Sans" pitchFamily="34" charset="0"/>
              <a:ea typeface="DM Sans" pitchFamily="34" charset="-122"/>
              <a:cs typeface="DM Sans" pitchFamily="34" charset="-120"/>
            </a:endParaRPr>
          </a:p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Pearakendus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—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interaktiivne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SVG-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puu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mille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tekstuur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on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protseduuriliselt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genereeritud</a:t>
            </a:r>
            <a:endParaRPr lang="en-US" sz="1800" dirty="0"/>
          </a:p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Oskuse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kaart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("practice sheet") — XP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logimise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modaal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soovituslik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tutorial</a:t>
            </a:r>
            <a:endParaRPr lang="en-US" sz="1800" dirty="0"/>
          </a:p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Statistika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modaal — järjest, kogu XP, harjutuspäevad,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soojakaart</a:t>
            </a:r>
            <a:endParaRPr lang="en-US" sz="1800" dirty="0">
              <a:solidFill>
                <a:srgbClr val="5C4A3A"/>
              </a:solidFill>
              <a:latin typeface="DM Sans" pitchFamily="34" charset="0"/>
              <a:ea typeface="DM Sans" pitchFamily="34" charset="-122"/>
              <a:cs typeface="DM Sans" pitchFamily="34" charset="-120"/>
            </a:endParaRPr>
          </a:p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Õnnitluse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ekraan — kui kogu puu on õitsenud</a:t>
            </a:r>
            <a:endParaRPr lang="en-US" sz="1800" dirty="0"/>
          </a:p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Päise menüü — keelevahetus (EN/ET), lähtesta, kasutajamenüü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sp>
        <p:nvSpPr>
          <p:cNvPr id="3" name="Shape 1"/>
          <p:cNvSpPr/>
          <p:nvPr/>
        </p:nvSpPr>
        <p:spPr>
          <a:xfrm>
            <a:off x="365760" y="6446520"/>
            <a:ext cx="164592" cy="164592"/>
          </a:xfrm>
          <a:prstGeom prst="ellipse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sp>
        <p:nvSpPr>
          <p:cNvPr id="4" name="Text 2"/>
          <p:cNvSpPr/>
          <p:nvPr/>
        </p:nvSpPr>
        <p:spPr>
          <a:xfrm>
            <a:off x="594360" y="638251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C4A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SkillTree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155680" y="6382512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/ 11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2D4A3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100" dirty="0">
                <a:solidFill>
                  <a:srgbClr val="1A1A1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Reflektsioon: mis oli raske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2011680"/>
            <a:ext cx="10515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Puu visualiseerimise leidmine — esimesed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katsed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nägid</a:t>
            </a:r>
            <a:r>
              <a:rPr lang="en-US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välja</a:t>
            </a:r>
            <a:r>
              <a:rPr lang="en-US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pigem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nagu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kui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graafik, mitte puu</a:t>
            </a:r>
            <a:endParaRPr lang="en-US" sz="1800" dirty="0"/>
          </a:p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Jõudlus —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algselt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lehtedest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tekkinud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tuhandeid SVG-elemente, vajas optimeerimist</a:t>
            </a:r>
            <a:endParaRPr lang="en-US" sz="1800" dirty="0"/>
          </a:p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Koore tekstuuri leidmine, mis töötaks nii vertikaalsel tüvel kui ka oksadel</a:t>
            </a:r>
            <a:endParaRPr lang="en-US" sz="1800" dirty="0"/>
          </a:p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Maandumislehe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ja rakenduse vahel järjepidevus — sama metafoor, sama tonaalsus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E105D4-CCAD-CB2B-CB65-AD7BC5153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93EFCFB5-528D-CC09-29DB-D770EC5AC685}"/>
              </a:ext>
            </a:extLst>
          </p:cNvPr>
          <p:cNvSpPr/>
          <p:nvPr/>
        </p:nvSpPr>
        <p:spPr>
          <a:xfrm>
            <a:off x="594360" y="638251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946AE91-CB08-6D46-52CB-B6FF69D11394}"/>
              </a:ext>
            </a:extLst>
          </p:cNvPr>
          <p:cNvSpPr/>
          <p:nvPr/>
        </p:nvSpPr>
        <p:spPr>
          <a:xfrm>
            <a:off x="11155680" y="6382512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0D558F8-A5C4-D332-28A0-48A57E4B5FE4}"/>
              </a:ext>
            </a:extLst>
          </p:cNvPr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3EDFC30-16DE-0780-862E-8A5FA14DE271}"/>
              </a:ext>
            </a:extLst>
          </p:cNvPr>
          <p:cNvSpPr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40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58B027B-F32C-0B88-5952-96C7640177A2}"/>
              </a:ext>
            </a:extLst>
          </p:cNvPr>
          <p:cNvSpPr/>
          <p:nvPr/>
        </p:nvSpPr>
        <p:spPr>
          <a:xfrm>
            <a:off x="822960" y="2011680"/>
            <a:ext cx="10515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endParaRPr lang="en-US" sz="18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979EA1F-2198-8D1F-7428-CA0C3A7619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1" y="0"/>
            <a:ext cx="120466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0641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4871AF-6A94-2484-0C14-8305CA5AA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30BBD088-C8A7-C790-D8F3-5A51934B20CB}"/>
              </a:ext>
            </a:extLst>
          </p:cNvPr>
          <p:cNvSpPr/>
          <p:nvPr/>
        </p:nvSpPr>
        <p:spPr>
          <a:xfrm>
            <a:off x="365760" y="6446520"/>
            <a:ext cx="164592" cy="164592"/>
          </a:xfrm>
          <a:prstGeom prst="ellipse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87825B5-4EAF-BBF3-581E-DA81B875A107}"/>
              </a:ext>
            </a:extLst>
          </p:cNvPr>
          <p:cNvSpPr/>
          <p:nvPr/>
        </p:nvSpPr>
        <p:spPr>
          <a:xfrm>
            <a:off x="594360" y="638251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C4A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SkillTree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C252546-E9DD-AB3C-7814-7D3354E70DF6}"/>
              </a:ext>
            </a:extLst>
          </p:cNvPr>
          <p:cNvSpPr/>
          <p:nvPr/>
        </p:nvSpPr>
        <p:spPr>
          <a:xfrm>
            <a:off x="11155680" y="6382512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/ 11</a:t>
            </a:r>
            <a:endParaRPr lang="en-US" sz="10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C834DB9-B7BE-0F31-6E79-24AAD8BDB867}"/>
              </a:ext>
            </a:extLst>
          </p:cNvPr>
          <p:cNvSpPr/>
          <p:nvPr/>
        </p:nvSpPr>
        <p:spPr>
          <a:xfrm>
            <a:off x="822960" y="2011680"/>
            <a:ext cx="10515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endParaRPr lang="en-US" sz="1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E45DE17-773C-D8E3-35FF-91A251AB8E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0499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45740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3E02CE0-69DE-A8B5-3D8B-9E81515EC3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4645"/>
            <a:ext cx="12192000" cy="6947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1650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sp>
        <p:nvSpPr>
          <p:cNvPr id="3" name="Shape 1"/>
          <p:cNvSpPr/>
          <p:nvPr/>
        </p:nvSpPr>
        <p:spPr>
          <a:xfrm>
            <a:off x="365760" y="6446520"/>
            <a:ext cx="164592" cy="164592"/>
          </a:xfrm>
          <a:prstGeom prst="ellipse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sp>
        <p:nvSpPr>
          <p:cNvPr id="4" name="Text 2"/>
          <p:cNvSpPr/>
          <p:nvPr/>
        </p:nvSpPr>
        <p:spPr>
          <a:xfrm>
            <a:off x="594360" y="638251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C4A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SkillTree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155680" y="6382512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9 / 11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2D4A3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09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100" dirty="0">
                <a:solidFill>
                  <a:srgbClr val="1A1A1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Reflektsioon: mis tuli kergelt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2011680"/>
            <a:ext cx="10515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Värvipalett ja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fontide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valik — tahtsin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sooja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päeviku tunnet</a:t>
            </a:r>
            <a:endParaRPr lang="en-US" sz="1800" dirty="0"/>
          </a:p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Andmestruktuur — oskuste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sõltuvuste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graafikuks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tegemine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tuli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lihtsasti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D4A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0" dirty="0">
                <a:solidFill>
                  <a:srgbClr val="FAF6F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Tänan kuulamast.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640080" y="37490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A8C7B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Iga ekspert oli kunagi algaja.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8C7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henrypajuri.github.io/SkillTree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460</Words>
  <Application>Microsoft Office PowerPoint</Application>
  <PresentationFormat>Widescreen</PresentationFormat>
  <Paragraphs>102</Paragraphs>
  <Slides>13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DM Sans</vt:lpstr>
      <vt:lpstr>Playfair Display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SkillTree</dc:title>
  <dc:subject>PptxGenJS Presentation</dc:subject>
  <dc:creator>Henry Pajuri</dc:creator>
  <cp:lastModifiedBy>Henry Pajuri</cp:lastModifiedBy>
  <cp:revision>6</cp:revision>
  <dcterms:created xsi:type="dcterms:W3CDTF">2026-05-15T03:20:40Z</dcterms:created>
  <dcterms:modified xsi:type="dcterms:W3CDTF">2026-05-15T04:14:50Z</dcterms:modified>
</cp:coreProperties>
</file>