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35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0476" y="1783080"/>
            <a:ext cx="274320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688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kern="0" spc="-2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SkillTree</a:t>
            </a:r>
            <a:endParaRPr lang="en-US" sz="8800" dirty="0"/>
          </a:p>
        </p:txBody>
      </p:sp>
      <p:sp>
        <p:nvSpPr>
          <p:cNvPr id="5" name="Text 2"/>
          <p:cNvSpPr/>
          <p:nvPr/>
        </p:nvSpPr>
        <p:spPr>
          <a:xfrm>
            <a:off x="640080" y="3657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B958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Iga ekspert oli kunagi algaja.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5852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Henry Pajuri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Kasutajaliidese esteetika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365760" y="6446520"/>
            <a:ext cx="164592" cy="164592"/>
          </a:xfrm>
          <a:prstGeom prst="ellipse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594360" y="6382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A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SkillTree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4A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1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Idee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SkillTree on visuaalne oskuste päevik,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kus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oskusi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õppides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kasvab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koos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sinuga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puu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Iga harjutus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toidab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oksa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</a:p>
          <a:p>
            <a:pPr marL="0" indent="0">
              <a:lnSpc>
                <a:spcPct val="140000"/>
              </a:lnSpc>
              <a:spcAft>
                <a:spcPts val="1400"/>
              </a:spcAft>
              <a:buNone/>
            </a:pPr>
            <a:endParaRPr lang="en-US" sz="2200" dirty="0"/>
          </a:p>
          <a:p>
            <a:pPr marL="0" indent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Inspiratsiooniks olid mängude oskustepuud (Diablo, Path of Exile) ja Duolingo.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365760" y="6446520"/>
            <a:ext cx="164592" cy="164592"/>
          </a:xfrm>
          <a:prstGeom prst="ellipse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594360" y="6382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A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SkillTree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4A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1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Sihtrühm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Inimesed, kes tahavad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õppida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oskuseid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mis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võtavad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pikka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aega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et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neid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omandada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(kitarr, kokandus, joonistamine, jne)</a:t>
            </a:r>
            <a:endParaRPr lang="en-US" sz="22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Inimesed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kellele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meeldib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visuaalselt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näha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enda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arengut</a:t>
            </a:r>
            <a:endParaRPr lang="en-US" sz="22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Õppijad, keda traditsioonilised "streak"-pidamise äpid on heidutanud</a:t>
            </a:r>
            <a:endParaRPr lang="en-US" sz="22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Kõik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vanusegrupid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enda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arendamine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küsi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vanust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365760" y="6446520"/>
            <a:ext cx="164592" cy="164592"/>
          </a:xfrm>
          <a:prstGeom prst="ellipse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594360" y="6382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A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SkillTree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4A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1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Unikaalne väärtuspakkumine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Botaaniline metafoor — oskused kasvavad puuna, mitte numbrina</a:t>
            </a:r>
            <a:endParaRPr lang="en-US" sz="22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Neli olekut: uinunud → oks → kasvab → õitseb</a:t>
            </a:r>
            <a:endParaRPr lang="en-US" sz="22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 ole "kaotamist" — vahele jäänud päev ei kustuta saavutusi</a:t>
            </a:r>
            <a:endParaRPr lang="en-US" sz="22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Soovituslikud õppematerjalid iga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oskuse</a:t>
            </a: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juures</a:t>
            </a:r>
            <a:endParaRPr lang="en-US" sz="22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Eesti ja inglise keel, harjutuspäevade soojuskaart, valikuline järjest pidamine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365760" y="6446520"/>
            <a:ext cx="164592" cy="164592"/>
          </a:xfrm>
          <a:prstGeom prst="ellipse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594360" y="6382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A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SkillTree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4A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1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Praktiline protsess: värvipalett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1280160" cy="1280160"/>
          </a:xfrm>
          <a:prstGeom prst="rect">
            <a:avLst/>
          </a:prstGeom>
          <a:solidFill>
            <a:srgbClr val="FAF6F0"/>
          </a:solidFill>
          <a:ln w="6350">
            <a:solidFill>
              <a:srgbClr val="C5BBA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224028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Cream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4028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#FAF6F0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taust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2011680"/>
            <a:ext cx="1280160" cy="1280160"/>
          </a:xfrm>
          <a:prstGeom prst="rect">
            <a:avLst/>
          </a:prstGeom>
          <a:solidFill>
            <a:srgbClr val="F0E8DC"/>
          </a:solidFill>
          <a:ln w="6350">
            <a:solidFill>
              <a:srgbClr val="C5BBA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3" name="Text 11"/>
          <p:cNvSpPr/>
          <p:nvPr/>
        </p:nvSpPr>
        <p:spPr>
          <a:xfrm>
            <a:off x="594360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Parchment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#F0E8DC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kaardid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011680"/>
            <a:ext cx="1280160" cy="1280160"/>
          </a:xfrm>
          <a:prstGeom prst="rect">
            <a:avLst/>
          </a:prstGeom>
          <a:solidFill>
            <a:srgbClr val="2D4A3E"/>
          </a:solidFill>
          <a:ln w="6350">
            <a:solidFill>
              <a:srgbClr val="C5BBA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964692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Forest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4692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#2D4A3E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4692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õitsenud, primaarne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794760"/>
            <a:ext cx="1280160" cy="1280160"/>
          </a:xfrm>
          <a:prstGeom prst="rect">
            <a:avLst/>
          </a:prstGeom>
          <a:solidFill>
            <a:srgbClr val="C8956C"/>
          </a:solidFill>
          <a:ln w="6350">
            <a:solidFill>
              <a:srgbClr val="C5BBA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224028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Amber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24028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#C8956C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40280" y="4572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kasvab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26280" y="3794760"/>
            <a:ext cx="1280160" cy="1280160"/>
          </a:xfrm>
          <a:prstGeom prst="rect">
            <a:avLst/>
          </a:prstGeom>
          <a:solidFill>
            <a:srgbClr val="5C4A3A"/>
          </a:solidFill>
          <a:ln w="6350">
            <a:solidFill>
              <a:srgbClr val="C5BBA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5" name="Text 23"/>
          <p:cNvSpPr/>
          <p:nvPr/>
        </p:nvSpPr>
        <p:spPr>
          <a:xfrm>
            <a:off x="594360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Bark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4360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#5C4A3A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4572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tüvi, tekst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3794760"/>
            <a:ext cx="1280160" cy="1280160"/>
          </a:xfrm>
          <a:prstGeom prst="rect">
            <a:avLst/>
          </a:prstGeom>
          <a:solidFill>
            <a:srgbClr val="8BA692"/>
          </a:solidFill>
          <a:ln w="6350">
            <a:solidFill>
              <a:srgbClr val="C5BBA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9" name="Text 27"/>
          <p:cNvSpPr/>
          <p:nvPr/>
        </p:nvSpPr>
        <p:spPr>
          <a:xfrm>
            <a:off x="964692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Sage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64692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#8BA692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46920" y="4572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lehed, aktsendid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365760" y="6446520"/>
            <a:ext cx="164592" cy="164592"/>
          </a:xfrm>
          <a:prstGeom prst="ellipse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594360" y="6382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A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SkillTree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4A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1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Praktiline protsess: fondid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Playfair Display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Plant a skill. Watch it bloom.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Pealkirjad, eyebrow-id, dekoratiivne tekst — soe, klassikaline serif, mis annab rakenduse "käsitsi tehtud päeviku" tunde.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DM Sans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 harjutus. Kasvata oma puud.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Kogu sisu, nupud, sildid — selge ja loetav grotesk, mis hoiab UI-d kerge ja </a:t>
            </a:r>
            <a:r>
              <a:rPr lang="en-US" sz="1400" dirty="0" err="1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moodsana</a:t>
            </a:r>
            <a:r>
              <a:rPr lang="en-US" sz="14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365760" y="6446520"/>
            <a:ext cx="164592" cy="164592"/>
          </a:xfrm>
          <a:prstGeom prst="ellipse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594360" y="6382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A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SkillTree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4A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1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Praktiline protsess: komponendid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Maandumisleht — sissejuhatav ja kutsuv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Sisselogimine /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registreerimine</a:t>
            </a:r>
            <a:endParaRPr lang="en-US" dirty="0">
              <a:solidFill>
                <a:srgbClr val="5C4A3A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Pearakendus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interaktiivne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SVG-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puu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mille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tekstuur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protseduuriliselt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genereeritud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Oskuse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kaart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("practice sheet") — XP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logimise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modaal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soovituslik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tutorial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Statistika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modaal — järjest, kogu XP, harjutuspäevad,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soojakaart</a:t>
            </a:r>
            <a:endParaRPr lang="en-US" sz="1800" dirty="0">
              <a:solidFill>
                <a:srgbClr val="5C4A3A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Õnnitluse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ekraan — kui kogu puu on õitsenud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Päise menüü — keelevahetus (EN/ET), lähtesta, kasutajamenüü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365760" y="6446520"/>
            <a:ext cx="164592" cy="164592"/>
          </a:xfrm>
          <a:prstGeom prst="ellipse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594360" y="6382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A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SkillTree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4A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1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Reflektsioon: mis oli raske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Puu visualiseerimise leidmine — esimesed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katsed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nägid</a:t>
            </a:r>
            <a:r>
              <a:rPr lang="en-US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välja</a:t>
            </a:r>
            <a:r>
              <a:rPr lang="en-US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pigem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nagu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kui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graafik, mitte puu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Jõudlus —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algselt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lehtedest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tekkinud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tuhandeid SVG-elemente, vajas optimeerimist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Koore tekstuuri leidmine, mis töötaks nii vertikaalsel tüvel kui ka oksadel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 err="1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Maandumislehe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ja rakenduse vahel järjepidevus — sama metafoor, sama tonaalsus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365760" y="6446520"/>
            <a:ext cx="164592" cy="164592"/>
          </a:xfrm>
          <a:prstGeom prst="ellipse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594360" y="6382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A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SkillTree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5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4A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100" dirty="0">
                <a:solidFill>
                  <a:srgbClr val="1A1A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Reflektsioon: mis tuli kergelt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Värvipalett ja </a:t>
            </a:r>
            <a:r>
              <a:rPr lang="en-US" sz="180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fontide</a:t>
            </a: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valik — tahtsin sooja, paberist päeviku tunnet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Andmestruktuur — oskuste sõltuvuste graafiks tegemine oli loomulik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Supabase autentimine — minimaalne kogus koodi, töötas esimese korraga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Sõltumine olekust (XP → uinunud / paljas / kasvab / õitseb) — puhas funktsioon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5C4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tööriistade koostöö — Claude Design visualiseeris, Claude Code rakendas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4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dirty="0">
                <a:solidFill>
                  <a:srgbClr val="FAF6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Tänan kuulamast.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3749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A8C7B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Iga ekspert oli kunagi algaja.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7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henrypajuri.github.io/SkillTree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492</Words>
  <Application>Microsoft Office PowerPoint</Application>
  <PresentationFormat>Widescreen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DM Sans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SkillTree</dc:title>
  <dc:subject>PptxGenJS Presentation</dc:subject>
  <dc:creator>Henry Pajuri</dc:creator>
  <cp:lastModifiedBy>Henry Pajuri</cp:lastModifiedBy>
  <cp:revision>5</cp:revision>
  <dcterms:created xsi:type="dcterms:W3CDTF">2026-05-15T03:20:40Z</dcterms:created>
  <dcterms:modified xsi:type="dcterms:W3CDTF">2026-05-15T03:52:07Z</dcterms:modified>
</cp:coreProperties>
</file>